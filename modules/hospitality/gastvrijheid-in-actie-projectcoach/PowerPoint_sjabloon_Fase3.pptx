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3  •  DIA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ontwikkeling in fase 1 en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3  •  DIA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leerdoelen en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3  •  DIA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conclusie en volgende stap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