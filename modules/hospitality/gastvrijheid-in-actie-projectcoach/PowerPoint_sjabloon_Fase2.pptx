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2  •  DIA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Mijn guest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2  •  DIA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Mijn passende aanbod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2  •  DIA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Drie gastcontacten en gastadvies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2  •  DIA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Wat ik heb geleerd van mijn communicatie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