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4  •  DIA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Mijn gasttype en commerciële kans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4  •  DIA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Geteste verkoopstrategieën en reacties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4  •  DIA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Mijn verbetervoorstel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2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65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29D58A"/>
                </a:solidFill>
              </a:defRPr>
            </a:pPr>
            <a:r>
              <a:t>GASTVRIJHEID IN ACTIE  •  FASE 4  •  DIA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14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Uitvoering en meetplan voor fase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EDE4EF"/>
                </a:solidFill>
              </a:defRPr>
            </a:pPr>
            <a:r>
              <a:t>• Wat heb jij echt gedaan of ontdekt?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Welke gegevens of voorbeelden bewijzen dat?</a:t>
            </a:r>
          </a:p>
          <a:p>
            <a:pPr>
              <a:defRPr sz="2000" b="0">
                <a:solidFill>
                  <a:srgbClr val="EDE4EF"/>
                </a:solidFill>
              </a:defRPr>
            </a:pPr>
          </a:p>
          <a:p>
            <a:pPr>
              <a:defRPr sz="2000" b="0">
                <a:solidFill>
                  <a:srgbClr val="EDE4EF"/>
                </a:solidFill>
              </a:defRPr>
            </a:pPr>
            <a:r>
              <a:t>• Wat wil je hierover vertellen?</a:t>
            </a:r>
          </a:p>
        </p:txBody>
      </p:sp>
      <p:sp>
        <p:nvSpPr>
          <p:cNvPr id="5" name="Rectangle 4"/>
          <p:cNvSpPr/>
          <p:nvPr/>
        </p:nvSpPr>
        <p:spPr>
          <a:xfrm>
            <a:off x="6720840" y="1920240"/>
            <a:ext cx="4754880" cy="3291840"/>
          </a:xfrm>
          <a:prstGeom prst="rect">
            <a:avLst/>
          </a:prstGeom>
          <a:solidFill>
            <a:srgbClr val="302637"/>
          </a:solidFill>
          <a:ln>
            <a:solidFill>
              <a:srgbClr val="6450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60920" y="29718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C0B2C7"/>
                </a:solidFill>
              </a:defRPr>
            </a:pPr>
            <a:r>
              <a:t>EIGEN FOTO OF</a:t>
            </a:r>
          </a:p>
          <a:p>
            <a:pPr>
              <a:defRPr sz="2200" b="1">
                <a:solidFill>
                  <a:srgbClr val="C0B2C7"/>
                </a:solidFill>
              </a:defRPr>
            </a:pPr>
            <a:r>
              <a:t>PRAKTIJKBEWIJS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7150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29D58A"/>
                </a:solidFill>
              </a:defRPr>
            </a:pPr>
            <a:r>
              <a:t>Vervang deze aanwijzingen door je eigen kernwoorden. Voeg gerust dia’s toe.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