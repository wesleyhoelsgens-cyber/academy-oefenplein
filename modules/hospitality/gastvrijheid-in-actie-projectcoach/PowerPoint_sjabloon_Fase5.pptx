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5  •  DIA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verbetering en doel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5  •  DIA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Vier weken uitvoering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5  •  DIA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Resultaten en gastreacties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5  •  DIA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conclusie en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