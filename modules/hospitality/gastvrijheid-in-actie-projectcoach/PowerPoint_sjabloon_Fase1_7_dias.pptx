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  <a:latin typeface="Aptos"/>
              </a:defRPr>
            </a:pPr>
            <a:r>
              <a:t>GASTVRIJHEID IN ACTIE  •  FASE 1  •  DIA 1 VAN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Mijn leerbedrijf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Naam van mijn leerbedrijf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voor bedrijf is het?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Welke gasten komen hier?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828800"/>
            <a:ext cx="4754880" cy="3337560"/>
          </a:xfrm>
          <a:prstGeom prst="rect">
            <a:avLst/>
          </a:prstGeom>
          <a:solidFill>
            <a:srgbClr val="2F2534"/>
          </a:solidFill>
          <a:ln>
            <a:solidFill>
              <a:srgbClr val="5C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852928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PLAATS HIER JE</a:t>
            </a:r>
          </a:p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EIGEN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  <a:latin typeface="Aptos"/>
              </a:defRPr>
            </a:pPr>
            <a:r>
              <a:t>TIP  Gebruik een eigen foto van je werkplek, liefst met jezelf in beeld.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  <a:latin typeface="Aptos"/>
              </a:defRPr>
            </a:pPr>
            <a:r>
              <a:t>GASTVRIJHEID IN ACTIE  •  FASE 1  •  DIA 2 VAN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Mijn gasttype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Welk gasttype heb ik onderzocht?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Waarom komt dit gasttype vaak voor?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vindt dit gasttype belangrijk?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828800"/>
            <a:ext cx="4754880" cy="3337560"/>
          </a:xfrm>
          <a:prstGeom prst="rect">
            <a:avLst/>
          </a:prstGeom>
          <a:solidFill>
            <a:srgbClr val="2F2534"/>
          </a:solidFill>
          <a:ln>
            <a:solidFill>
              <a:srgbClr val="5C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852928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PLAATS HIER JE</a:t>
            </a:r>
          </a:p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EIGEN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  <a:latin typeface="Aptos"/>
              </a:defRPr>
            </a:pPr>
            <a:r>
              <a:t>TIP  Gebruik een eigen foto van een passende situatie, zonder herkenbare gasten zonder toestemming.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  <a:latin typeface="Aptos"/>
              </a:defRPr>
            </a:pPr>
            <a:r>
              <a:t>GASTVRIJHEID IN ACTIE  •  FASE 1  •  DIA 3 VAN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Mijn observaties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zag of hoorde ik bij drie gastcontacten?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viel mij op?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zegt dit over de behoeften van gasten?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828800"/>
            <a:ext cx="4754880" cy="3337560"/>
          </a:xfrm>
          <a:prstGeom prst="rect">
            <a:avLst/>
          </a:prstGeom>
          <a:solidFill>
            <a:srgbClr val="2F2534"/>
          </a:solidFill>
          <a:ln>
            <a:solidFill>
              <a:srgbClr val="5C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852928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PLAATS HIER JE</a:t>
            </a:r>
          </a:p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EIGEN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  <a:latin typeface="Aptos"/>
              </a:defRPr>
            </a:pPr>
            <a:r>
              <a:t>TIP  Vertel één echt moment dat je hebt meegemaakt.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  <a:latin typeface="Aptos"/>
              </a:defRPr>
            </a:pPr>
            <a:r>
              <a:t>GASTVRIJHEID IN ACTIE  •  FASE 1  •  DIA 4 VAN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Wat mijn collega's vertellen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Met welke twee collega's sprak ik?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vertelden zij over mijn gasttype?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kwam overeen met mijn observaties?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828800"/>
            <a:ext cx="4754880" cy="3337560"/>
          </a:xfrm>
          <a:prstGeom prst="rect">
            <a:avLst/>
          </a:prstGeom>
          <a:solidFill>
            <a:srgbClr val="2F2534"/>
          </a:solidFill>
          <a:ln>
            <a:solidFill>
              <a:srgbClr val="5C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852928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PLAATS HIER JE</a:t>
            </a:r>
          </a:p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EIGEN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  <a:latin typeface="Aptos"/>
              </a:defRPr>
            </a:pPr>
            <a:r>
              <a:t>TIP  Een foto met je collega of praktijkbegeleider kan mooi zijn, mits die toestemming geeft.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  <a:latin typeface="Aptos"/>
              </a:defRPr>
            </a:pPr>
            <a:r>
              <a:t>GASTVRIJHEID IN ACTIE  •  FASE 1  •  DIA 5 VAN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Mijn persona en gastbehoeften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Wie is mijn voorbeeldgast?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wil en verwacht deze gast?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Welke onderzoeksgegevens ondersteunen dit?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828800"/>
            <a:ext cx="4754880" cy="3337560"/>
          </a:xfrm>
          <a:prstGeom prst="rect">
            <a:avLst/>
          </a:prstGeom>
          <a:solidFill>
            <a:srgbClr val="2F2534"/>
          </a:solidFill>
          <a:ln>
            <a:solidFill>
              <a:srgbClr val="5C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852928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PLAATS HIER JE</a:t>
            </a:r>
          </a:p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EIGEN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  <a:latin typeface="Aptos"/>
              </a:defRPr>
            </a:pPr>
            <a:r>
              <a:t>TIP  Maak een eenvoudige persona met kernwoorden. Gebruik geen echte gastgegevens.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  <a:latin typeface="Aptos"/>
              </a:defRPr>
            </a:pPr>
            <a:r>
              <a:t>GASTVRIJHEID IN ACTIE  •  FASE 1  •  DIA 6 VAN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Mijn conclusies en verbeterpunt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zijn mijn belangrijkste ontdekkingen?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Welk verbeterpunt zie ik?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Welk bewijs heb ik hiervoor?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828800"/>
            <a:ext cx="4754880" cy="3337560"/>
          </a:xfrm>
          <a:prstGeom prst="rect">
            <a:avLst/>
          </a:prstGeom>
          <a:solidFill>
            <a:srgbClr val="2F2534"/>
          </a:solidFill>
          <a:ln>
            <a:solidFill>
              <a:srgbClr val="5C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852928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PLAATS HIER JE</a:t>
            </a:r>
          </a:p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EIGEN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  <a:latin typeface="Aptos"/>
              </a:defRPr>
            </a:pPr>
            <a:r>
              <a:t>TIP  Laat met een eigen foto of voorbeeld zien wat beter kan.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  <a:latin typeface="Aptos"/>
              </a:defRPr>
            </a:pPr>
            <a:r>
              <a:t>GASTVRIJHEID IN ACTIE  •  FASE 1  •  DIA 7 VAN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Mijn ontwikkeling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heb ik geleerd?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Wat kan ik nu beter dan aan het begin?</a:t>
            </a: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E9E2EA"/>
                </a:solidFill>
                <a:latin typeface="Aptos"/>
              </a:defRPr>
            </a:pPr>
            <a:r>
              <a:t>• Welk praktijkmoment is mij bijgebleven?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828800"/>
            <a:ext cx="4754880" cy="3337560"/>
          </a:xfrm>
          <a:prstGeom prst="rect">
            <a:avLst/>
          </a:prstGeom>
          <a:solidFill>
            <a:srgbClr val="2F2534"/>
          </a:solidFill>
          <a:ln>
            <a:solidFill>
              <a:srgbClr val="5C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852928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PLAATS HIER JE</a:t>
            </a:r>
          </a:p>
          <a:p>
            <a:pPr>
              <a:defRPr sz="2300" b="1">
                <a:solidFill>
                  <a:srgbClr val="B4A5BB"/>
                </a:solidFill>
                <a:latin typeface="Aptos"/>
              </a:defRPr>
            </a:pPr>
            <a:r>
              <a:t>EIGEN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  <a:latin typeface="Aptos"/>
              </a:defRPr>
            </a:pPr>
            <a:r>
              <a:t>TIP  Sluit af met een eigen foto en vertel waar jij blij mee bent.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